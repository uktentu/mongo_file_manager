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MongoDB Document Seeder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9939E"/>
                </a:solidFill>
              </a:rPr>
              <a:t>Regulatory Document Bundle Versioning  ·  Append-Only  ·  Atomic  ·  GridFS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63240"/>
            <a:ext cx="11274552" cy="27432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192024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8B46"/>
                </a:solidFill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9939E"/>
                </a:solidFill>
              </a:rPr>
              <a:t>Validation
Layers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383280"/>
            <a:ext cx="192024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3429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8B46"/>
                </a:solidFill>
              </a:rPr>
              <a:t>3×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931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9939E"/>
                </a:solidFill>
              </a:rPr>
              <a:t>Auto
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383280"/>
            <a:ext cx="192024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429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8B46"/>
                </a:solidFill>
              </a:rPr>
              <a:t>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931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9939E"/>
                </a:solidFill>
              </a:rPr>
              <a:t>Version
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383280"/>
            <a:ext cx="192024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429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8B46"/>
                </a:solidFill>
              </a:rPr>
              <a:t>SHA-256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931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9939E"/>
                </a:solidFill>
              </a:rPr>
              <a:t>Delta
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3383280"/>
            <a:ext cx="192024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3429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8B46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931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9939E"/>
                </a:solidFill>
              </a:rPr>
              <a:t>Temp Files
in ReportGen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Version 1.0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25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516"/>
                </a:solidFill>
              </a:rPr>
              <a:t>  ✗  No Versioning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225296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Regulatory bundles overwrite each other — no audit trail, no rollback 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1124712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854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516"/>
                </a:solidFill>
              </a:rPr>
              <a:t>  ✗  No Deduplication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85416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Same bundle re-uploaded every run — wasted storage, no delta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455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516"/>
                </a:solidFill>
              </a:rPr>
              <a:t>  ✗  Brittle File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145536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Temp files scattered across services — race conditions, disk bloat, hard to maintain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1124712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056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516"/>
                </a:solidFill>
              </a:rPr>
              <a:t>  ✗  No Atomicity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105656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Partial uploads leave database in inconsistent state — some files uploaded, metadata missing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65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516"/>
                </a:solidFill>
              </a:rPr>
              <a:t>  ✗  Scattered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065776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Each consuming service reimplements download logic — duplicated code, diverging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B46"/>
                </a:solidFill>
              </a:rPr>
              <a:t>✓  Append-Only Versioning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Every bundle gets a version number; old versions deactivated (never deleted)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B46"/>
                </a:solidFill>
              </a:rPr>
              <a:t>✓  Composite report_id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Deterministic ID from (csi_id, region, regulation, json_config) — no UUIDs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54864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B46"/>
                </a:solidFill>
              </a:rPr>
              <a:t>✓  SHA-256 Delta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Only changed files re-uploaded; unchanged files reuse existing GridFS ObjectIds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651760"/>
            <a:ext cx="54864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743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B46"/>
                </a:solidFill>
              </a:rPr>
              <a:t>✓  MongoDB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Deactivate old + insert new is atomic on replica sets — partial state impossible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54864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B46"/>
                </a:solidFill>
              </a:rPr>
              <a:t>✓  Direct GridFS Read 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1772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ReportGen reads files directly from MongoDB — no temp files, ~5ms per file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114800"/>
            <a:ext cx="54864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206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B46"/>
                </a:solidFill>
              </a:rPr>
              <a:t>✓  6-Layer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61772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Manifest → fields → tokens → paths → extensions → schema/SQL — reject early, fail 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651760" cy="41148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INPUTS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65176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ZIP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JSON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00984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PDF/SQL/XLSX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43000"/>
            <a:ext cx="2651760" cy="41148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1704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SEEDER 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554480"/>
            <a:ext cx="265176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69164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CLI  / 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49631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Validation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300984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Seed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105656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GridFS Orphan Tracker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43000"/>
            <a:ext cx="2651760" cy="41148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1704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MONGODB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554480"/>
            <a:ext cx="265176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69164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GridFS Bucket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9631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Metadata Collection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300984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Partial Unique Indexes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105656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Transactions (RS)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1143000"/>
            <a:ext cx="2651760" cy="41148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11704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CONSUMERS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554480"/>
            <a:ext cx="265176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169164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ReportGenClient (Direct)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49631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ReportGenHTTPClient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300984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No temp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105656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~5ms per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0672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9939E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25312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9939E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2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9939E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Composite report_id &amp;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939E"/>
                </a:solidFill>
              </a:rPr>
              <a:t>Format: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C8CFF"/>
                </a:solidFill>
              </a:rPr>
              <a:t>{csi_id}_{region}_{regulation}_{json_config_stem}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38B46"/>
                </a:solidFill>
              </a:rPr>
              <a:t>Example:  CSI-001_APAC_MAS-TRM_mas_trm_report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74552" cy="2743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Routing Logic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804672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3154680"/>
            <a:ext cx="310896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2783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No active record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27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B46"/>
                </a:solidFill>
              </a:rPr>
              <a:t>→  CREATE  (v1)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804672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3886200"/>
            <a:ext cx="310896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593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Active record found, files changed (SHA-256)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593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9CF7"/>
                </a:solidFill>
              </a:rPr>
              <a:t>→  MODIFY  (v+1, delta upload)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804672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4617720"/>
            <a:ext cx="310896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908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Active record found, files identical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6908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516"/>
                </a:solidFill>
              </a:rPr>
              <a:t>→  SKIP    (no write)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C8CFF"/>
                </a:solidFill>
              </a:rPr>
              <a:t>⚡ WHY: Deterministic IDs enable idempotent seeding — re-running with the same bundle always reaches the same DB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6-Layer Validation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57200" cy="128016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Manifest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ZIP must contain manifest.json — all required keys present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457200" cy="128016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Bundle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9164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csi_id, regulation, region, files list — types and constraints checked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54864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457200" cy="128016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08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Token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2461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No path separators (/ \) or null bytes in field values — prevents injection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743200"/>
            <a:ext cx="54864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743200"/>
            <a:ext cx="457200" cy="128016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108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34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File Existence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461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Every declared file exists in the ZIP; no path traversal (../etc) allowed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97680"/>
            <a:ext cx="54864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457200" cy="128016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389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Extension Allowlist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8006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Only .json, .sql, .xlsx, .pdf, .csv, .xml accepted — reject unknown types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297680"/>
            <a:ext cx="54864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297680"/>
            <a:ext cx="457200" cy="128016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663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389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Content Schema/SQL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8006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JSON schema validated; SQL parsed for SELECT-only statements (no DDL/DML)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78516"/>
                </a:solidFill>
              </a:rPr>
              <a:t>⚡ WHY: Fail fast before touching the database — malformed data never reaches MongoDB.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End-to-End Seeding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1. Receive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01168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ZIP bundle + optional config dict arrives via CLI or HTTP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9939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188720"/>
            <a:ext cx="2011680" cy="45720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2070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2. Validate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645920"/>
            <a:ext cx="201168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73736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6-layer pipeline — reject malformed bundles before any DB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9939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188720"/>
            <a:ext cx="2011680" cy="4572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2070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3. Route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645920"/>
            <a:ext cx="201168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9" y="173736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Query active record by 4-part composite key → CREATE / MODIFY / SKIP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9939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59" y="1188720"/>
            <a:ext cx="2011680" cy="45720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12070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4. Upload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59" y="1645920"/>
            <a:ext cx="201168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799" y="173736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SHA-256 delta: upload only changed files to GridFS; reuse IDs for unchanged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9939E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118872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2070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5. Commit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1645920"/>
            <a:ext cx="201168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19" y="173736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Deactivate old version + insert new metadata atomically (transaction on 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Outcomes: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40680"/>
            <a:ext cx="265176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440680"/>
            <a:ext cx="2651760" cy="32004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58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CREATED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v1 inserted, all files uploaded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5440680"/>
            <a:ext cx="265176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3280" y="5440680"/>
            <a:ext cx="2651760" cy="32004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5458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MODIFIED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806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vN+1 inserted, delta uploaded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5440680"/>
            <a:ext cx="265176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5440680"/>
            <a:ext cx="2651760" cy="32004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458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SKIPPED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806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No changes detected — no write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5440680"/>
            <a:ext cx="265176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5440680"/>
            <a:ext cx="2651760" cy="32004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5458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FAILED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806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Validation error — no write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GridFS &amp; Safety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9CF7"/>
                </a:solidFill>
              </a:rPr>
              <a:t>GridFS Binary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• fs.files  — metadata (filename, size, SHA-256)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• fs.chunks — 255 KB binary chunks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• ObjectIds stored in metadata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• Files split into chunks → supports any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86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• OrphanTracker: if metadata write fails,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  rolls back GridFS uploads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9834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• Delta: reuse ObjectId for unchanged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532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  → no duplicate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548640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8B46"/>
                </a:solidFill>
              </a:rPr>
              <a:t>Safety Mechanisms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6916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● Partial Unique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65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 DB enforces 1 active record per composite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3774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● Exponential Retry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651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 3 retries at 0.5s→1s→2s for transient errors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0632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● TLS Enforcement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337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 Forced on Atlas/production URIs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4903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● Path Traversal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02335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 ../ and null bytes rejected in all field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4348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● SQL SELECT-only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70915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 SQL files parsed — DDL/DML statements rejected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1206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● Credential Sanitization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39495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 MongoDB URI never logged — only host shown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ReportGen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59436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1615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ReportGenClient
(Direct MongoDB)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  • Co-located service — same 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  • Reads files directly into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  • NO temp files, NO disk I/O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  • ~5ms per file (network + decompress)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  • Best for: internal services, Kubernetes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4864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5486400" cy="59436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1615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ReportGenHTTPClient
(HTTP REST)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  • Cross-network consumers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  • HTTP GET /files/{report_id}/{filename}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  • Streaming download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776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  • ~50–200ms per file (network overhead)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  • Best for: external services, SaaS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11247120" cy="1417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09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8B46"/>
                </a:solidFill>
              </a:rPr>
              <a:t>Direct Usage (0 temp files):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47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8B46"/>
                </a:solidFill>
              </a:rPr>
              <a:t>client = ReportGenClient(db_manager)  # pass your DatabaseManager
files = client.fetch_all_files("CSI-001_APAC_MAS-TRM_mas_trm_report")
for name, content in files.items():
    process_in_memory(name, content)  # bytes — no disk write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API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77240" cy="105156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527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91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Upload a ZIP bundle — returns report_id, version,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777240" cy="105156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8132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2527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691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List all active records (paginated)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548640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777240" cy="105156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1576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4871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/records/{report_id}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Get single active record metadata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423160"/>
            <a:ext cx="548640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423160"/>
            <a:ext cx="777240" cy="105156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71576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4871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/records/{report_id}/history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Full version history for a composite key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57600"/>
            <a:ext cx="548640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657600"/>
            <a:ext cx="777240" cy="105156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5020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7216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/files/{report_id}/{filename}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160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Stream a single file from GridFS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657600"/>
            <a:ext cx="548640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657600"/>
            <a:ext cx="777240" cy="105156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95020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7216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/files/{report_id}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160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Stream all files as ZIP archive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92040"/>
            <a:ext cx="548640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892040"/>
            <a:ext cx="777240" cy="105156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18464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DELETE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956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/records/{report_id}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394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Deactivate record (soft delete — data preserved)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892040"/>
            <a:ext cx="548640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892040"/>
            <a:ext cx="777240" cy="105156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518464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4956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/admin/purge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5394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Purge old inactive versions (cleanup)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09728" cy="150876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MongoDB + GridFS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⚡ WHY: Binary files and metadata in one system — eliminates S3 dependency; GridFS handles files &gt;16 MB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109728" cy="150876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Append-Only Versioning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71907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⚡ WHY: Audit trail required by regulators — never overwrite, always deactivate; rollback without application 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548640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109728" cy="150876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175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FastAPI + Pydantic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5643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⚡ WHY: Automatic request validation + OpenAPI docs at zero cost; async-ready for future streaming workloads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926080"/>
            <a:ext cx="548640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109728" cy="150876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175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Click + 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5643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⚡ WHY: Click: composable CLI commands with no boilerplate. Rich: tables/panels for humans debugging in terminal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548640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109728" cy="150876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Composite report_id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9379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⚡ WHY: Deterministic IDs from business keys → idempotent seeding; re-run safe without UUID collision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63440"/>
            <a:ext cx="548640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663440"/>
            <a:ext cx="109728" cy="150876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7548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SHA-256 Delta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19379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⚡ WHY: Only changed files re-uploaded → storage efficiency; fast re-seeds when only config 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Metadata Document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5349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24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8B46"/>
                </a:solidFill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124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8B46"/>
                </a:solidFill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12471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8B46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11247120" cy="42062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6362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9CF7"/>
                </a:solidFill>
              </a:rPr>
              <a:t>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56362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ObjectId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563624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MongoDB auto-generated document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38528"/>
            <a:ext cx="11247120" cy="420624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9933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9CF7"/>
                </a:solidFill>
              </a:rPr>
              <a:t>report_id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99339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str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993392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csi_id_region_regulation_json_config_stem  (composite)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68296"/>
            <a:ext cx="11247120" cy="42062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42316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9CF7"/>
                </a:solidFill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42316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str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423160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JSON config filename  (e.g. mas_trm_report.json)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98063"/>
            <a:ext cx="11247120" cy="420624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852927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9CF7"/>
                </a:solidFill>
              </a:rPr>
              <a:t>csi_id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852927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str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852927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Business unit identifier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27832"/>
            <a:ext cx="11247120" cy="42062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2826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9CF7"/>
                </a:solidFill>
              </a:rPr>
              <a:t>regulation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28269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str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282696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Regulatory framework  (e.g. MAS-TRM)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57599"/>
            <a:ext cx="11247120" cy="420624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712463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9CF7"/>
                </a:solidFill>
              </a:rPr>
              <a:t>region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712463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str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712463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Geographic region  (e.g. APAC)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87368"/>
            <a:ext cx="11247120" cy="42062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142231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9CF7"/>
                </a:solidFill>
              </a:rPr>
              <a:t>version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142231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142231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Auto-incremented per composite key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517136"/>
            <a:ext cx="11247120" cy="420624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571999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9CF7"/>
                </a:solidFill>
              </a:rPr>
              <a:t>active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571999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bool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571999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True = current version; False = historical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46904"/>
            <a:ext cx="11247120" cy="42062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0017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9CF7"/>
                </a:solidFill>
              </a:rPr>
              <a:t>original_files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500176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dict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001768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{ "json_config": "...", "sql": "...", ... }  — GridFS ObjectIds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376671"/>
            <a:ext cx="11247120" cy="420624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431535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9CF7"/>
                </a:solidFill>
              </a:rPr>
              <a:t>mongoInsertedTs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5431535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datetime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5431535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UTC timestamp of first insert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806440"/>
            <a:ext cx="11247120" cy="42062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861303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9CF7"/>
                </a:solidFill>
              </a:rPr>
              <a:t>mongoUpdatedTs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5861303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datetime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5861303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UTC timestamp of last modification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Version History &amp; Cleanup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94960" cy="5212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516"/>
                </a:solidFill>
              </a:rPr>
              <a:t>Version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8B46"/>
                </a:solidFill>
              </a:rPr>
              <a:t>  → v1 — active=True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0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    First seed for composite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8B46"/>
                </a:solidFill>
              </a:rPr>
              <a:t>  → v2 — active=True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254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    Modified → v1 deactivated atomically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009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939E"/>
                </a:solidFill>
              </a:rPr>
              <a:t>  → v1 — active=False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30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    Preserved in DB, excluded from active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056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939E"/>
                </a:solidFill>
              </a:rPr>
              <a:t>  → Rollback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    Reactivate any old version via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0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8516"/>
                </a:solidFill>
              </a:rPr>
              <a:t>  → Purge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2395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    CLI/API removes versions older than N, keeping latest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5394960" cy="5212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8B46"/>
                </a:solidFill>
              </a:rPr>
              <a:t>Cleanup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• purge_old_versions(report_id, keep_n)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574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Keeps latest N versions for one composite key;
removes GridFS files for purged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706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• purge_all_old_versions(keep_n)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3639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Scans all 4-part composite keys;
same per-key purge logic, bulk operation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8496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• Partial indexes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21538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DB-level enforcement: only 1 active
per composite key — no application logic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92861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• GridFS cleanup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29437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Purged metadata → associated GridFS
ObjectIds deleted (no orphaned binary data)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737360" cy="137160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117"/>
                </a:solidFill>
              </a:rPr>
              <a:t>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117"/>
                </a:solidFill>
              </a:rPr>
              <a:t>Append-only
versioning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188720"/>
            <a:ext cx="1737360" cy="137160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234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202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117"/>
                </a:solidFill>
              </a:rPr>
              <a:t>Composite
key parts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1737360" cy="137160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234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9202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117"/>
                </a:solidFill>
              </a:rPr>
              <a:t>Validation
layers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1737360" cy="13716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34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117"/>
                </a:solidFill>
              </a:rPr>
              <a:t>~5ms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117"/>
                </a:solidFill>
              </a:rPr>
              <a:t>Direct read
per 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1737360" cy="1371600"/>
          </a:xfrm>
          <a:prstGeom prst="rect">
            <a:avLst/>
          </a:prstGeom>
          <a:solidFill>
            <a:srgbClr val="23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234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117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202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117"/>
                </a:solidFill>
              </a:rPr>
              <a:t>Temp files
in ReportGen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1188720"/>
            <a:ext cx="1737360" cy="1371600"/>
          </a:xfrm>
          <a:prstGeom prst="rect">
            <a:avLst/>
          </a:prstGeom>
          <a:solidFill>
            <a:srgbClr val="279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2344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117"/>
                </a:solidFill>
              </a:rPr>
              <a:t>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19202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117"/>
                </a:solidFill>
              </a:rPr>
              <a:t>Auto
retry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788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46120"/>
            <a:ext cx="112471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7355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  ✓  Single source of truth for all regulatory document bundles — MongoDB holds both files and metadata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94759"/>
            <a:ext cx="112471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22191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  ✓  Idempotent seeding — re-run any bundle, get deterministic outcome (CREATE / MODIFY / SKIP)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37083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  ✓  ReportGen reads directly from MongoDB (~5ms/file) — zero temp files, zero disk management overhead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  ✓  Append-only history satisfies regulatory audit requirements without custom tooling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79"/>
            <a:ext cx="1124712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4681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  ✓  Composite report_id encodes full business context — no opaque UUIDs, human-readable at a glance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9939E"/>
                </a:solidFill>
              </a:rPr>
              <a:t>Full architecture: docs/index.html  ·  Config guide: SEED_CONFIG_GUIDE.md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